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Marks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AI/ML Mini Project</a:t>
            </a:r>
          </a:p>
          <a:p>
            <a:pPr>
              <a:defRPr sz="2400"/>
            </a:pPr>
            <a:r>
              <a:t>Linear Regression + Python GUI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Predict student marks from study hours.</a:t>
            </a:r>
          </a:p>
          <a:p>
            <a:pPr>
              <a:defRPr sz="2400"/>
            </a:pPr>
            <a:r>
              <a:t>• Simple supervised learning problem</a:t>
            </a:r>
          </a:p>
          <a:p>
            <a:pPr>
              <a:defRPr sz="2400"/>
            </a:pPr>
            <a:r>
              <a:t>• Beginner-friendly dataset</a:t>
            </a:r>
          </a:p>
          <a:p>
            <a:pPr>
              <a:defRPr sz="2400"/>
            </a:pPr>
            <a:r>
              <a:t>• GUI for user interaction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Prepare a dataset</a:t>
            </a:r>
          </a:p>
          <a:p>
            <a:pPr>
              <a:defRPr sz="2400"/>
            </a:pPr>
            <a:r>
              <a:t>• Train a Linear Regression model</a:t>
            </a:r>
          </a:p>
          <a:p>
            <a:pPr>
              <a:defRPr sz="2400"/>
            </a:pPr>
            <a:r>
              <a:t>• Make predictions</a:t>
            </a:r>
          </a:p>
          <a:p>
            <a:pPr>
              <a:defRPr sz="2400"/>
            </a:pPr>
            <a:r>
              <a:t>• Build a Tkinter GUI</a:t>
            </a:r>
          </a:p>
          <a:p>
            <a:pPr>
              <a:defRPr sz="2400"/>
            </a:pPr>
            <a:r>
              <a:t>• Demonstrate an end-to-end ML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20 observations</a:t>
            </a:r>
          </a:p>
          <a:p>
            <a:pPr>
              <a:defRPr sz="2400"/>
            </a:pPr>
            <a:r>
              <a:t>Feature: Study_Hours</a:t>
            </a:r>
          </a:p>
          <a:p>
            <a:pPr>
              <a:defRPr sz="2400"/>
            </a:pPr>
            <a:r>
              <a:t>Target: Marks</a:t>
            </a:r>
          </a:p>
          <a:p>
            <a:pPr>
              <a:defRPr sz="2400"/>
            </a:pPr>
            <a:r>
              <a:t>Dataset file: student_marks_dataset.csv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Python</a:t>
            </a:r>
          </a:p>
          <a:p>
            <a:pPr>
              <a:defRPr sz="2400"/>
            </a:pPr>
            <a:r>
              <a:t>pandas • NumPy • scikit-learn</a:t>
            </a:r>
          </a:p>
          <a:p>
            <a:pPr>
              <a:defRPr sz="2400"/>
            </a:pPr>
            <a:r>
              <a:t>Tkinter • Matplotlib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Linear Regression</a:t>
            </a:r>
          </a:p>
          <a:p>
            <a:pPr>
              <a:defRPr sz="2400"/>
            </a:pPr>
            <a:r>
              <a:t>Equation: y = b0 + b1x</a:t>
            </a:r>
          </a:p>
          <a:p>
            <a:pPr>
              <a:defRPr sz="2400"/>
            </a:pPr>
            <a:r>
              <a:t>Training: model.fit(X, y)</a:t>
            </a:r>
          </a:p>
          <a:p>
            <a:pPr>
              <a:defRPr sz="2400"/>
            </a:pPr>
            <a:r>
              <a:t>Prediction: model.predict(new_data)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Input study hours → Data/model → Linear Regression → Predicted marks → GUI result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Study-hours input</a:t>
            </a:r>
          </a:p>
          <a:p>
            <a:pPr>
              <a:defRPr sz="2400"/>
            </a:pPr>
            <a:r>
              <a:t>• Predict Marks button</a:t>
            </a:r>
          </a:p>
          <a:p>
            <a:pPr>
              <a:defRPr sz="2400"/>
            </a:pPr>
            <a:r>
              <a:t>• Input validation</a:t>
            </a:r>
          </a:p>
          <a:p>
            <a:pPr>
              <a:defRPr sz="2400"/>
            </a:pPr>
            <a:r>
              <a:t>• Prediction display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User enters: 7.5 hours</a:t>
            </a:r>
          </a:p>
          <a:p>
            <a:pPr>
              <a:defRPr sz="2400"/>
            </a:pPr>
            <a:r>
              <a:t>The trained model returns an estimated mark.</a:t>
            </a:r>
          </a:p>
          <a:p>
            <a:pPr>
              <a:defRPr sz="2400"/>
            </a:pPr>
            <a:r>
              <a:t>Prediction is an educational estimate, not a guarantee.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Limitations: small synthetic dataset; one feature.</a:t>
            </a:r>
          </a:p>
          <a:p>
            <a:pPr>
              <a:defRPr sz="2400"/>
            </a:pPr>
            <a:r>
              <a:t>Future: larger dataset, more features, train/test evaluation, model comparison.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 complete beginner AI/ML application combining data, a predictive model, and a graphical interface.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